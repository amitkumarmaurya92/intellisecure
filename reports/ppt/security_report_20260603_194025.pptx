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6B6D4"/>
                </a:solidFill>
              </a:rPr>
              <a:t>🔒 INTELISECURE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AI-Powered Cybersecurity — Executive Security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Report Date: June 03,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</a:rPr>
              <a:t>Security Health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EF4444"/>
                </a:solidFill>
              </a:rP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F4444"/>
                </a:solidFill>
              </a:rPr>
              <a:t>/ 100  —  Risk Level: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589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Total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4754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Active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548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Critical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</a:rPr>
              <a:t>Active Security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[Critical]  Brute Force Attack  ←  192.168.1.105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[High]  Port Scan  ←  10.0.0.55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</a:rPr>
              <a:t>[Medium]  Unauthorized File Access  ←  guest_user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[High]  Blocked USB Device  ←  employee12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[Critical]  Brute Force Attack  ←  192.168.1.105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</a:rPr>
              <a:t>[High]  Port Scan  ←  10.0.0.55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</a:rPr>
              <a:t>Top Attack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#1  10.0.0.55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F4444"/>
                </a:solidFill>
              </a:rPr>
              <a:t>3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#2  192.168.1.105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F4444"/>
                </a:solidFill>
              </a:rPr>
              <a:t>3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#3  employee12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F4444"/>
                </a:solidFill>
              </a:rPr>
              <a:t>3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#4  guest_user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F4444"/>
                </a:solidFill>
              </a:rPr>
              <a:t>3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#5  192.168.1.175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846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F4444"/>
                </a:solidFill>
              </a:rPr>
              <a:t>1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</a:rPr>
              <a:t>Priority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[P1]  Block Scanner IP at Perimeter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[P1]  Audit User Permissions Immediately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[P1]  Block Offending IP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[P1]  Enable Multi-Factor Authentication (MFA)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[P1]  Interview the Involved 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[P2]  Audit Open Ports and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Next Steps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1. Review and act on all P1 Critical recommendations immediately.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2. Schedule follow-up scan within 24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3. Brief the security team on active threat landscape.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4. Update incident response playbooks if new attack patterns emerged.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5. Re-run InteliSecure security scan after remediation.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FDBFF"/>
                </a:solidFill>
              </a:rPr>
              <a:t>InteliSecure v2.0 — Confidential | 2026-06-03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